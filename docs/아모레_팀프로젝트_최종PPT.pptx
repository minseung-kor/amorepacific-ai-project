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3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canva2pptx/img/slide-3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AMOREPACIFIC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일하는 방식 변화관리 솔루션</dc:title>
  <dc:subject>AI Agent 기반 조직문화 모니터링 및 행동개입 모델 설계</dc:subject>
  <dc:creator>O-Ai-SIS팀</dc:creator>
  <cp:lastModifiedBy>O-Ai-SIS팀</cp:lastModifiedBy>
  <cp:revision>1</cp:revision>
  <dcterms:created xsi:type="dcterms:W3CDTF">2026-08-26T06:23:50Z</dcterms:created>
  <dcterms:modified xsi:type="dcterms:W3CDTF">2026-08-26T06:23:50Z</dcterms:modified>
</cp:coreProperties>
</file>